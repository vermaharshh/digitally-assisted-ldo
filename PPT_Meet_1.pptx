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590" y="-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63AC-607D-F870-A559-2F26A913A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D6437-F38E-4229-1CE0-7C780BC2E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60D82-B6C1-5A52-6C72-A9E14012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BE9AA-C60E-B234-E130-613564DF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82969-EEA6-404E-1F90-1CBB3101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51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B0D68-FEEF-4079-BF7A-664FAF6F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CF48-ADC8-3905-D7EC-C4B2B36BC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52E50-CE0E-E045-8E02-0242B1FE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686F6-8DA7-07C6-CCBB-CC86E9316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67C85-2F09-3155-9DA4-2E39977DE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693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365E-DBF3-0207-53AE-DC9EA185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F9F06-2F3B-E803-E7E4-007F4D09E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D197-8059-E39E-5D7D-9F0E925D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81084-AC27-ADF5-38D3-FE8EA53E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1C80-6E30-9682-7352-78A5A59F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108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C9AE-80EC-CB60-6822-CEAEB6421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A47B-5F06-8F6E-8BA1-264CB4306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9DE1F-20FE-FD94-7F01-414199D10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5B452-AEB0-755B-5EE7-2826BBF66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3D805-7269-52A3-4306-CB2E9A1E9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CBDE6-BAAD-C4E1-1345-483F141E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2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8A34-0C3C-513C-52AC-AC0D9A81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37D82-2FD3-8220-1AD0-3460A2DA2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BBC95-955C-816A-8AB4-D166BDA58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D2BFD-F6FC-D088-B70F-D4C1AABEB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10AAA8-6100-C033-EBE1-5D31ADA3D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7F5B8E-617E-DA83-5456-DA4B67943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A7F68-0EA3-3342-32EE-4350ABDD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58CA44-09C6-5A4E-F309-035B29BE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6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3D62-660A-1B99-ECE9-06EC1BB3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ADEEE-115C-30F7-0CAC-D4A1C70B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104C9B-4397-BCA0-CEC7-A548FB79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3134F-F246-6FE8-607E-BD0FB70EC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3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7B30E-326C-38F9-5BCF-26E9EFC30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16B1C-FE07-2097-EFDA-ABE00132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AD1DE-7A82-5C43-ABB5-A5141C16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4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EF2F-6762-4EDA-619A-49A391FB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92DED-60DD-5E9F-5B0F-6A58729E2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82CDA8-C0F3-4231-4C27-3C0BE792D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6471A-1BFD-F9A5-8BF8-14DF47B8B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0FCA4-D2DA-7663-9FFC-18ED8DAD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7D499-3E99-53E9-2526-AB5F378E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36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4603-AA23-CB3A-3017-9F73DBE1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6160C-9539-6148-3EFD-A8A4B40C6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D95F4-4B15-A6EA-75CD-3C07DDAEE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C1AA0-8511-AC00-2DB1-F88891DE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41E9D-5E6C-4D36-706F-529B0715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782E2-FB33-CE51-D2AF-9DD365EF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6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163E2-6458-A465-C508-4387C329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432D99-BBD4-2E7D-A7CA-A60940C69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A1D62-1E21-218B-7934-86371623C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C8228-90AD-EA0A-3B82-FD0A7F64B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42D2F-F17B-4929-63E7-F5C16878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16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D526F-694A-4D49-BAF1-4944F026F9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B29A16-13E9-AC83-E720-354F8E73D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1829E-8648-5823-3650-B72AB333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F5C3F-D7A9-D476-7107-AE8C277C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EBCB9-89F3-3DED-8658-C098D00C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26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4A1AE-8CF5-EFA2-85E5-DFDEE43C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2C5A4-36F3-0A7B-FAC9-127AC3D3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8FF4B-8BC4-66B4-5CEB-E229F81C5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EAEC8-1422-4F69-AEFA-C24B9E51F9CA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BFE046-CF99-1353-A804-BEDAA06B3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8CF38-C8DF-6AB3-54C4-3A9AB5BF2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115BE2-B7DD-4609-984B-DD7B501B3B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31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A928-B2AE-072D-1670-9EECF1DAF3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DIGITALLY ASSISTED LDOs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E04A8-924C-A1F2-1781-186F39D771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HARSH VERMA</a:t>
            </a:r>
          </a:p>
          <a:p>
            <a:r>
              <a:rPr lang="en-US" dirty="0"/>
              <a:t>ESHWAR ALLAMPALLY</a:t>
            </a:r>
          </a:p>
        </p:txBody>
      </p:sp>
    </p:spTree>
    <p:extLst>
      <p:ext uri="{BB962C8B-B14F-4D97-AF65-F5344CB8AC3E}">
        <p14:creationId xmlns:p14="http://schemas.microsoft.com/office/powerpoint/2010/main" val="409260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94224-8DBF-C858-4FB1-C0A4A260A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1250"/>
          </a:xfrm>
        </p:spPr>
        <p:txBody>
          <a:bodyPr>
            <a:normAutofit fontScale="90000"/>
          </a:bodyPr>
          <a:lstStyle/>
          <a:p>
            <a:r>
              <a:rPr lang="en-US" dirty="0"/>
              <a:t>History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490189-903B-529A-784B-B04372DFB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394" y="1046376"/>
            <a:ext cx="7282486" cy="5081047"/>
          </a:xfrm>
        </p:spPr>
      </p:pic>
    </p:spTree>
    <p:extLst>
      <p:ext uri="{BB962C8B-B14F-4D97-AF65-F5344CB8AC3E}">
        <p14:creationId xmlns:p14="http://schemas.microsoft.com/office/powerpoint/2010/main" val="26955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D499-8493-671F-D3AF-AA5B30437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7645"/>
            <a:ext cx="10515600" cy="580931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Consists of 2 loops, digital and analog(IAC)</a:t>
            </a:r>
          </a:p>
          <a:p>
            <a:pPr marL="0" indent="0">
              <a:buNone/>
            </a:pPr>
            <a:r>
              <a:rPr lang="en-US" dirty="0"/>
              <a:t>IAC is responsible for supplying current, whereas Digital Loop will throttle the current as needed to maintain node voltage</a:t>
            </a:r>
          </a:p>
          <a:p>
            <a:pPr marL="0" indent="0">
              <a:buNone/>
            </a:pPr>
            <a:r>
              <a:rPr lang="en-US" dirty="0"/>
              <a:t>Firstly shown for DRAM for high flexibility with multiple discrete voltage levels</a:t>
            </a:r>
          </a:p>
          <a:p>
            <a:pPr marL="0" indent="0">
              <a:buNone/>
            </a:pPr>
            <a:r>
              <a:rPr lang="en-US" dirty="0"/>
              <a:t>CEA-LETI:</a:t>
            </a:r>
          </a:p>
          <a:p>
            <a:pPr marL="0" indent="0">
              <a:buNone/>
            </a:pPr>
            <a:r>
              <a:rPr lang="en-US" dirty="0"/>
              <a:t>Dual Supply Voltage Operation, high switching between high voltage levels and low voltage levels</a:t>
            </a:r>
          </a:p>
        </p:txBody>
      </p:sp>
    </p:spTree>
    <p:extLst>
      <p:ext uri="{BB962C8B-B14F-4D97-AF65-F5344CB8AC3E}">
        <p14:creationId xmlns:p14="http://schemas.microsoft.com/office/powerpoint/2010/main" val="389380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79EFD0-8572-72DF-154B-6CE87A626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71" y="410690"/>
            <a:ext cx="10520401" cy="5980683"/>
          </a:xfrm>
        </p:spPr>
      </p:pic>
    </p:spTree>
    <p:extLst>
      <p:ext uri="{BB962C8B-B14F-4D97-AF65-F5344CB8AC3E}">
        <p14:creationId xmlns:p14="http://schemas.microsoft.com/office/powerpoint/2010/main" val="289801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AFED-3387-6C74-9AAD-2331B6600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060"/>
            <a:ext cx="10515600" cy="5733903"/>
          </a:xfrm>
        </p:spPr>
        <p:txBody>
          <a:bodyPr/>
          <a:lstStyle/>
          <a:p>
            <a:r>
              <a:rPr lang="en-US" dirty="0"/>
              <a:t>VLSIC 2012 – Uses Whale pipelining meaning MOSs are not synchronous but whale pipelined as power device is turned ON</a:t>
            </a:r>
          </a:p>
          <a:p>
            <a:r>
              <a:rPr lang="en-US" dirty="0"/>
              <a:t>Comparison – Control – Linear device turn ON/OFF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53D7B-48C5-32D6-83C3-9412CAC24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707" y="1935727"/>
            <a:ext cx="6970745" cy="46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3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947D9-7732-70D1-1D7E-1A447D184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291" y="386499"/>
            <a:ext cx="10618509" cy="579046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Pure Synchronous </a:t>
            </a:r>
          </a:p>
          <a:p>
            <a:pPr marL="0" indent="0">
              <a:buNone/>
            </a:pPr>
            <a:r>
              <a:rPr lang="en-US" dirty="0"/>
              <a:t>All digital loop</a:t>
            </a:r>
          </a:p>
          <a:p>
            <a:pPr marL="0" indent="0">
              <a:buNone/>
            </a:pPr>
            <a:r>
              <a:rPr lang="en-US" dirty="0"/>
              <a:t>Event/Transient </a:t>
            </a:r>
          </a:p>
          <a:p>
            <a:pPr marL="0" indent="0">
              <a:buNone/>
            </a:pPr>
            <a:r>
              <a:rPr lang="en-US" dirty="0"/>
              <a:t>Given on </a:t>
            </a:r>
            <a:r>
              <a:rPr lang="en-US" dirty="0" err="1"/>
              <a:t>Vout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Will only trigger the</a:t>
            </a:r>
          </a:p>
          <a:p>
            <a:pPr marL="0" indent="0">
              <a:buNone/>
            </a:pPr>
            <a:r>
              <a:rPr lang="en-US" dirty="0"/>
              <a:t>Loop, saves Transient</a:t>
            </a:r>
          </a:p>
          <a:p>
            <a:pPr marL="0" indent="0">
              <a:buNone/>
            </a:pPr>
            <a:r>
              <a:rPr lang="en-US" dirty="0"/>
              <a:t>Steady state power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F0D5F-6FF4-FC27-EC1B-E665F1DFC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172" y="665602"/>
            <a:ext cx="8078771" cy="541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1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DEFE3-1ED0-6FCF-7B31-6CEE823F9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913"/>
            <a:ext cx="10515600" cy="57150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Replaced Comparator with an ADC</a:t>
            </a:r>
          </a:p>
          <a:p>
            <a:r>
              <a:rPr lang="en-US" dirty="0"/>
              <a:t>Instead of PI control, a Solver is used(solves no of </a:t>
            </a:r>
            <a:r>
              <a:rPr lang="en-US" dirty="0" err="1"/>
              <a:t>pmos</a:t>
            </a:r>
            <a:r>
              <a:rPr lang="en-US" dirty="0"/>
              <a:t> devices needs to be turned ON. </a:t>
            </a:r>
          </a:p>
          <a:p>
            <a:r>
              <a:rPr lang="en-US" dirty="0"/>
              <a:t>Uses 2</a:t>
            </a:r>
            <a:r>
              <a:rPr lang="en-US" baseline="30000" dirty="0"/>
              <a:t>nd</a:t>
            </a:r>
            <a:r>
              <a:rPr lang="en-US" dirty="0"/>
              <a:t> order model of a system</a:t>
            </a:r>
          </a:p>
          <a:p>
            <a:pPr marL="0" indent="0">
              <a:buNone/>
            </a:pPr>
            <a:r>
              <a:rPr lang="en-US" dirty="0"/>
              <a:t>Adaptive control depends on </a:t>
            </a:r>
            <a:r>
              <a:rPr lang="en-US" dirty="0" err="1"/>
              <a:t>Fload</a:t>
            </a:r>
            <a:r>
              <a:rPr lang="en-US" dirty="0"/>
              <a:t>/Fs</a:t>
            </a:r>
          </a:p>
          <a:p>
            <a:pPr marL="0" indent="0">
              <a:buNone/>
            </a:pPr>
            <a:r>
              <a:rPr lang="en-US" dirty="0"/>
              <a:t>Digital Calibration of Reference Voltages</a:t>
            </a:r>
          </a:p>
          <a:p>
            <a:pPr marL="0" indent="0">
              <a:buNone/>
            </a:pPr>
            <a:r>
              <a:rPr lang="en-US" dirty="0"/>
              <a:t>Compensation for PVT variations</a:t>
            </a:r>
          </a:p>
          <a:p>
            <a:pPr marL="0" indent="0">
              <a:buNone/>
            </a:pPr>
            <a:r>
              <a:rPr lang="en-US" b="1" dirty="0"/>
              <a:t>challenges in designing a digitally assisted LDO: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noise and quantization errors from ADC.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Achieving low latency in the digital feedback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Balancing power consumption of digital blocks with the overall efficiency.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481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205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DIGITALLY ASSISTED LDOs</vt:lpstr>
      <vt:lpstr>History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Verma</dc:creator>
  <cp:lastModifiedBy>Harsh Verma</cp:lastModifiedBy>
  <cp:revision>2</cp:revision>
  <dcterms:created xsi:type="dcterms:W3CDTF">2025-01-23T09:07:26Z</dcterms:created>
  <dcterms:modified xsi:type="dcterms:W3CDTF">2025-01-23T10:18:09Z</dcterms:modified>
</cp:coreProperties>
</file>